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h1GOlX57U4FghwA0KIXZAnhDjx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5a08b357de00cba2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h5a08b357de00cba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58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showMasterSp="0">
  <p:cSld name="1_Title Slide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h5a08b357de00cba2_0_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3" y="6466115"/>
            <a:ext cx="12204000" cy="1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h5a08b357de00cba2_0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100" y="2445896"/>
            <a:ext cx="4387318" cy="1672665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h5a08b357de00cba2_0_58"/>
          <p:cNvSpPr/>
          <p:nvPr/>
        </p:nvSpPr>
        <p:spPr>
          <a:xfrm>
            <a:off x="6065573" y="2445897"/>
            <a:ext cx="60900" cy="1856400"/>
          </a:xfrm>
          <a:prstGeom prst="rect">
            <a:avLst/>
          </a:prstGeom>
          <a:solidFill>
            <a:srgbClr val="9700FF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pc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h5a08b357de00cba2_0_58"/>
          <p:cNvSpPr txBox="1"/>
          <p:nvPr>
            <p:ph idx="1" type="body"/>
          </p:nvPr>
        </p:nvSpPr>
        <p:spPr>
          <a:xfrm>
            <a:off x="6816257" y="2445896"/>
            <a:ext cx="49716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b="1" sz="2800">
                <a:solidFill>
                  <a:srgbClr val="9700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85" name="Google Shape;85;h5a08b357de00cba2_0_58"/>
          <p:cNvSpPr txBox="1"/>
          <p:nvPr>
            <p:ph idx="2" type="body"/>
          </p:nvPr>
        </p:nvSpPr>
        <p:spPr>
          <a:xfrm>
            <a:off x="6816257" y="3249069"/>
            <a:ext cx="4970400" cy="5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b="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86" name="Google Shape;86;h5a08b357de00cba2_0_58"/>
          <p:cNvSpPr txBox="1"/>
          <p:nvPr>
            <p:ph idx="3" type="body"/>
          </p:nvPr>
        </p:nvSpPr>
        <p:spPr>
          <a:xfrm>
            <a:off x="6816257" y="3944243"/>
            <a:ext cx="49704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5a08b357de00cba2_0_3"/>
          <p:cNvSpPr txBox="1"/>
          <p:nvPr>
            <p:ph idx="1" type="body"/>
          </p:nvPr>
        </p:nvSpPr>
        <p:spPr>
          <a:xfrm>
            <a:off x="6243700" y="2413325"/>
            <a:ext cx="6074700" cy="18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Module 0 Week 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400"/>
              <a:t> AI-Native Development and REST APIs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92" name="Google Shape;92;h5a08b357de00cba2_0_3"/>
          <p:cNvSpPr txBox="1"/>
          <p:nvPr>
            <p:ph idx="3" type="body"/>
          </p:nvPr>
        </p:nvSpPr>
        <p:spPr>
          <a:xfrm>
            <a:off x="6328757" y="3828321"/>
            <a:ext cx="54180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400"/>
              <a:t>Manish Pathak</a:t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br>
              <a:rPr b="1" lang="en-US" sz="2400"/>
            </a:b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03.png"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04.png" id="102" name="Google Shape;10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05.png" id="107" name="Google Shape;10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06.png" id="112" name="Google Shape;1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07.png" id="117" name="Google Shape;11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08.png" id="122" name="Google Shape;12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09.png" id="127" name="Google Shape;12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10.png" id="132" name="Google Shape;1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11.png" id="137" name="Google Shape;13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12.png" id="142" name="Google Shape;14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13.png" id="147" name="Google Shape;14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14.png" id="152" name="Google Shape;15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15.png" id="157" name="Google Shape;1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16.png" id="162" name="Google Shape;16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17.png" id="167" name="Google Shape;1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18.png" id="172" name="Google Shape;17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19.png" id="177" name="Google Shape;1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20.png"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21.png" id="187" name="Google Shape;18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22.png" id="192" name="Google Shape;19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23.png" id="197" name="Google Shape;1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24.png" id="202" name="Google Shape;2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25.png" id="207" name="Google Shape;20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_26.png" id="212" name="Google Shape;21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
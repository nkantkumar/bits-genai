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itv5qEzcEDx8BdJQLogach+m0s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670deaec8f664cca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h670deaec8f664cc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1_Title Slid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h670deaec8f664cca_0_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" y="6466115"/>
            <a:ext cx="12204000" cy="1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h670deaec8f664cca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100" y="2445896"/>
            <a:ext cx="4387318" cy="167266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h670deaec8f664cca_0_74"/>
          <p:cNvSpPr/>
          <p:nvPr/>
        </p:nvSpPr>
        <p:spPr>
          <a:xfrm>
            <a:off x="6065573" y="2445897"/>
            <a:ext cx="60900" cy="1856400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h670deaec8f664cca_0_74"/>
          <p:cNvSpPr txBox="1"/>
          <p:nvPr>
            <p:ph idx="1" type="body"/>
          </p:nvPr>
        </p:nvSpPr>
        <p:spPr>
          <a:xfrm>
            <a:off x="6816257" y="2445896"/>
            <a:ext cx="49716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b="1" sz="2800">
                <a:solidFill>
                  <a:srgbClr val="97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9" name="Google Shape;89;h670deaec8f664cca_0_74"/>
          <p:cNvSpPr txBox="1"/>
          <p:nvPr>
            <p:ph idx="2" type="body"/>
          </p:nvPr>
        </p:nvSpPr>
        <p:spPr>
          <a:xfrm>
            <a:off x="6816257" y="3249069"/>
            <a:ext cx="49704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90" name="Google Shape;90;h670deaec8f664cca_0_74"/>
          <p:cNvSpPr txBox="1"/>
          <p:nvPr>
            <p:ph idx="3" type="body"/>
          </p:nvPr>
        </p:nvSpPr>
        <p:spPr>
          <a:xfrm>
            <a:off x="6816257" y="3944243"/>
            <a:ext cx="4970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670deaec8f664cca_0_8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93" name="Google Shape;93;h670deaec8f664cca_0_8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94" name="Google Shape;94;h670deaec8f664cca_0_8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670deaec8f664cca_0_8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h670deaec8f664cca_0_8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70deaec8f664cca_0_8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h670deaec8f664cca_0_8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01" name="Google Shape;101;h670deaec8f664cca_0_8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670deaec8f664cca_0_9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4" name="Google Shape;104;h670deaec8f664cca_0_9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5" name="Google Shape;105;h670deaec8f664cca_0_9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6" name="Google Shape;106;h670deaec8f664cca_0_9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670deaec8f664cca_0_9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9" name="Google Shape;109;h670deaec8f664cca_0_9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670deaec8f664cca_0_10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12" name="Google Shape;112;h670deaec8f664cca_0_10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13" name="Google Shape;113;h670deaec8f664cca_0_10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670deaec8f664cca_0_10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6" name="Google Shape;116;h670deaec8f664cca_0_10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670deaec8f664cca_0_10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h670deaec8f664cca_0_107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0" name="Google Shape;120;h670deaec8f664cca_0_107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1" name="Google Shape;121;h670deaec8f664cca_0_107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2" name="Google Shape;122;h670deaec8f664cca_0_10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670deaec8f664cca_0_113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5" name="Google Shape;125;h670deaec8f664cca_0_11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670deaec8f664cca_0_116"/>
          <p:cNvSpPr txBox="1"/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/>
        </p:txBody>
      </p:sp>
      <p:sp>
        <p:nvSpPr>
          <p:cNvPr id="128" name="Google Shape;128;h670deaec8f664cca_0_116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9" name="Google Shape;129;h670deaec8f664cca_0_11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70deaec8f664cca_0_7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h670deaec8f664cca_0_7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h670deaec8f664cca_0_7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670deaec8f664cca_0_65"/>
          <p:cNvSpPr txBox="1"/>
          <p:nvPr>
            <p:ph idx="1" type="body"/>
          </p:nvPr>
        </p:nvSpPr>
        <p:spPr>
          <a:xfrm>
            <a:off x="6243700" y="2413334"/>
            <a:ext cx="53244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Module 0 Week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400"/>
              <a:t> Fundamentals Bridge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35" name="Google Shape;135;h670deaec8f664cca_0_65"/>
          <p:cNvSpPr txBox="1"/>
          <p:nvPr>
            <p:ph idx="3" type="body"/>
          </p:nvPr>
        </p:nvSpPr>
        <p:spPr>
          <a:xfrm>
            <a:off x="6328757" y="3828321"/>
            <a:ext cx="54180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Manish Pathak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br>
              <a:rPr b="1" lang="en-US" sz="2400"/>
            </a:b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3.png" id="140" name="Google Shape;1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4.png"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5.png"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6.png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7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8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9.png" id="170" name="Google Shape;1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0.png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1.png" id="180" name="Google Shape;1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2.png"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3.png" id="190" name="Google Shape;1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4.png" id="195" name="Google Shape;1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5.png" id="200" name="Google Shape;2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6.png"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7.png" id="210" name="Google Shape;2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8.png"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9.png" id="220" name="Google Shape;2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0.png"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1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2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3.png"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4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